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7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7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7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8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2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6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8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8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0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6080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55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5317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6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45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8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6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Research Paper Relationship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From semantic relationships to deeper, explainable research analysis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Base Paper: Di Iorio et al. (2014)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“Analysing and Discovering Semantic Relations in Scholarly Data”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Project I | School of Computer Science &amp; Engineering, VIT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problem are we trying to solve?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Existing tools can show that papers are related, but often do not explain how strongly or why.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Keyword and abstract-based analysis can miss important details inside the paper.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Extraction, graph construction and gap discovery are often handled separately.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Direct LLM analysis can produce unsupported or hallucinated information.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Our idea: connect these steps into one continuous, evidence-based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Our Base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934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Di Iorio et al. — Semantic Lancet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Converts scholarly information into machine-readable semantic data.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Goes beyond simple “Paper A cites Paper B” relationships.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Represents different citation purposes, such as using a method, extending work or disagreeing.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Uses RDF, NLP, SPARQL and scholarly ontologies such as </a:t>
            </a:r>
            <a:r>
              <a:rPr dirty="0" err="1"/>
              <a:t>CiTO</a:t>
            </a:r>
            <a:r>
              <a:rPr dirty="0"/>
              <a:t>, </a:t>
            </a:r>
            <a:r>
              <a:rPr dirty="0" err="1"/>
              <a:t>FaBiO</a:t>
            </a:r>
            <a:r>
              <a:rPr dirty="0"/>
              <a:t> and </a:t>
            </a:r>
            <a:r>
              <a:rPr dirty="0" err="1"/>
              <a:t>DoCO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This gives us the foundation for our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What was missing in the Base Paper?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Base paper → Our extension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Structured publisher XML → Research PDF processing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Unweighted relationships → Weighted relationship scoring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Limited metric comparison → Deeper result and metric analysis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Direct citation links → Multi-hop bridge entities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No generative RAG → Evidence-grounded RAG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So, we are extending the semantic relationship idea into a deeper research-analysis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Our First Set of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1. Structured research signals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 Objective, Methodology, Dataset, Model, Metrics, Results, Limitations, Gap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2. Weighted relationship score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 Different signals can have different importance.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3. Document categorization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 Experimental, Review/Survey, or Methodological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4. Bridge entities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 Papers can be connected through shared datasets, models or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rPr dirty="0"/>
              <a:t>Our Second Set of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Explainable Knowledge Graph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Relationships keep their supporting evidence and source location.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Contextual NLI contradiction detection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NLI + dataset + metric + methodology + context.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Evidence-grounded RAG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Retrieve evidence first, then ask the LLM to explain.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Candidate research-gap discovery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  Missing connections are checked against literature before being treated as possible gaps.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0A88-B398-EC84-5200-D8233AD0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Complete 12-Stage Proposed </a:t>
            </a: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IN" b="1" dirty="0">
                <a:solidFill>
                  <a:schemeClr val="tx1"/>
                </a:solidFill>
              </a:rPr>
              <a:t> Pipeline</a:t>
            </a:r>
          </a:p>
        </p:txBody>
      </p:sp>
      <p:pic>
        <p:nvPicPr>
          <p:cNvPr id="4" name="Content Placeholder 3" descr="project_1_flowchart.png">
            <a:extLst>
              <a:ext uri="{FF2B5EF4-FFF2-40B4-BE49-F238E27FC236}">
                <a16:creationId xmlns:a16="http://schemas.microsoft.com/office/drawing/2014/main" id="{5F3135A6-6E7A-33D8-D478-3AB6BC7AD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0" y="1916657"/>
            <a:ext cx="8108438" cy="44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81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Four Core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METRIC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Looks at quantitative results such as accuracy, F1-score, BLEU and loss.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STANCE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Checks whether a claim supports, contradicts or is neutral toward another claim.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BRIDGE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Finds shared datasets, models and algorithms across papers.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NOVELTY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Looks for weak or missing connections that may point to a possible research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Base Paper vs Our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DATA INPUT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Base: Publisher XML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Our system: Research PDFs + section processing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SEMANTIC INFORMATION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Base: Basic entities and citation tagging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Our system: 8 structured research signals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RELATIONSHIPS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Base: RDF relationships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Our system: Configurable weighted relationships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REASONING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Base: SPARQL querying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Our system: Multi-hop graph + NLI + evidence-grounded RAG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Complete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1. Research paper ingestion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2. PDF processing and segmentation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3. Document classification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4. Research-signal extraction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5. Semantic representation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6. Neo4j knowledge graph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7. Similarity / contradiction / gap analysis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8. Weighted fusion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9. Evidence provenance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10. Evidence retrieval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11. Grounded RAG + LLM reasoning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12. Explainable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1. Extract important research information directly from PDFs.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2. Build a Neo4j graph using papers and bridge entities.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3. Calculate relationship strength using multiple signals and weights.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4. Detect contradictions using NLI together with scientific context.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5. Identify candidate research gaps and provide evidence-grounded answers.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We reviewed 18 works across six themes: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Knowledge Graph Construction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LLM Information Extraction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Cross-Document Relation Extraction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Contradiction &amp; Claim Verification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Automated Gap Discovery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Semantic Reasoning &amp; Similarity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Main takeaway: many of these capabilities exist separately. Our focus is to connect them in one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Why Document Categorization?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EXPERIMENTAL PAPERS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methodology, datasets, metrics and results.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REVIEW / SURVEY PAPERS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topics, trends, chronology and research evolution.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METHODOLOGICAL PAPERS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algorithms, architecture and complexity.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paper type helps us decide which signals deserve more importance.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How do we detect contradictions?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NLI tells us whether one claim supports, contradicts or is neutral toward another.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But NLI alone is not enough for scientific papers.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We also check: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Dataset compatibility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Metric compatibility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Methodology similarity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Experimental context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Example: two different accuracy values are not automatically a contradiction if the papers use different datasets or conditions.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We also keep the evidence location so the result can be checked.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Research Gaps + Evidence-Grounded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RESEARCH GAP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 missing graph connection is only a candidate gap. We check the existing literature before treating it as meaningful.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RAG FLOW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Question → Knowledge Graph → Relevant Evidence → LLM → Explanation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LLM is given retrieved evidence instead of being asked to freely answer from its own knowledge.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Goal: reduce unsupported information and make answers traceable.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Verification, Outcomes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VERIFICATION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Evaluate signal extraction using F1 score.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Evaluate stance and contradiction detection.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Measure Neo4j graph retrieval performance.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Experimentally validate the scoring weights.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EXPECTED OUTCOME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 continuous system for relationship analysis, contradiction detection and candidate gap discovery.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FUTURE WORK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Live arXiv / PubMed integration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Understanding figures and other multimodal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976</Words>
  <Application>Microsoft Office PowerPoint</Application>
  <PresentationFormat>Widescreen</PresentationFormat>
  <Paragraphs>168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12-Stage Proposed Architecture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Harini Sriram</dc:creator>
  <cp:keywords/>
  <dc:description>generated using python-pptx</dc:description>
  <cp:lastModifiedBy>Harini Sriram</cp:lastModifiedBy>
  <cp:revision>3</cp:revision>
  <dcterms:created xsi:type="dcterms:W3CDTF">2013-01-27T09:14:16Z</dcterms:created>
  <dcterms:modified xsi:type="dcterms:W3CDTF">2026-08-19T05:46:13Z</dcterms:modified>
  <cp:category/>
</cp:coreProperties>
</file>